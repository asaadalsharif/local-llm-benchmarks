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  <a:defRPr sz="3000">
                <a:latin typeface="Arial"/>
              </a:defRPr>
            </a:pPr>
            <a:r>
              <a:rPr lang="ar-SA"/>
              <a:t>PrimeAgent — Asaad AlSharif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Invoice ID: PA-2026-042</a:t>
            </a:r>
          </a:p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Supplier: مؤسسة المنارة</a:t>
            </a:r>
          </a:p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Line total 1: 373.5</a:t>
            </a:r>
          </a:p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Line total 2: 160.0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  <a:defRPr sz="3000">
                <a:latin typeface="Arial"/>
              </a:defRPr>
            </a:pPr>
            <a:r>
              <a:rPr lang="ar-SA"/>
              <a:t>Verified 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Subtotal: 533.5</a:t>
            </a:r>
          </a:p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VAT: 26.68</a:t>
            </a:r>
          </a:p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Total: 560.18</a:t>
            </a:r>
          </a:p>
          <a:p>
            <a:pPr algn="r" rtl="1">
              <a:spcAft>
                <a:spcPts val="1000"/>
              </a:spcAft>
              <a:defRPr sz="2200">
                <a:latin typeface="Arial"/>
              </a:defRPr>
            </a:pPr>
            <a:r>
              <a:rPr lang="ar-SA"/>
              <a:t>Currency: AED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